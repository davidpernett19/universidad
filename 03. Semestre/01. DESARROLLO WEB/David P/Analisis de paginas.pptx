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899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529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9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58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417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489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767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45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866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76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068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A565944-B172-435C-B291-176433D34C4C}" type="datetimeFigureOut">
              <a:rPr lang="es-CO" smtClean="0"/>
              <a:t>21/02/2025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81BF53C-AD43-402B-819D-2912B4A1372B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18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5E638-00B8-7536-7FBE-4D61C7674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Desarrollo Web</a:t>
            </a:r>
            <a:br>
              <a:rPr lang="es-MX" dirty="0"/>
            </a:br>
            <a:r>
              <a:rPr lang="es-MX" dirty="0"/>
              <a:t>Análisis de paginas web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E0EAB5-EFC0-B9AE-B76A-6B4D67A48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David leonardo Pernett </a:t>
            </a:r>
            <a:r>
              <a:rPr lang="es-MX" dirty="0" err="1"/>
              <a:t>quijano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2052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CE69489-218D-3DAD-A1F6-58619AF73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5" y="88490"/>
            <a:ext cx="11834670" cy="615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0D5B-407D-E46E-0628-9023E626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E9DB55-4B6E-E878-EBCC-1EDC61F0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376786"/>
            <a:ext cx="12192000" cy="584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2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0CC1BCC-15E5-D0A0-2A57-6EC945C2E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55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5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484FBB9-C8BF-4DCF-0609-0A7425A7B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2" y="-331595"/>
            <a:ext cx="117735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233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</TotalTime>
  <Words>11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Retrospección</vt:lpstr>
      <vt:lpstr>Desarrollo Web Análisis de paginas web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pernett</dc:creator>
  <cp:lastModifiedBy>David pernett</cp:lastModifiedBy>
  <cp:revision>1</cp:revision>
  <dcterms:created xsi:type="dcterms:W3CDTF">2025-02-22T04:27:37Z</dcterms:created>
  <dcterms:modified xsi:type="dcterms:W3CDTF">2025-02-22T05:51:02Z</dcterms:modified>
</cp:coreProperties>
</file>